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PYTHON FULL STACK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 b="1"/>
              <a:t>FROM HINATA</a:t>
            </a:r>
            <a:endParaRPr lang="en-US" sz="32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Blue Waves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FULL STACK </dc:title>
  <dc:creator/>
  <cp:lastModifiedBy>Louis Muthusamy</cp:lastModifiedBy>
  <cp:revision>1</cp:revision>
  <dcterms:created xsi:type="dcterms:W3CDTF">2026-03-04T08:49:30Z</dcterms:created>
  <dcterms:modified xsi:type="dcterms:W3CDTF">2026-03-04T08:49:30Z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7AD4A18A1E3241F8809E9E72F9D40067</vt:lpwstr>
  </property>
  <property fmtid="{D5CDD505-2E9C-101B-9397-08002B2CF9AE}" pid="3" name="KSOProductBuildVer">
    <vt:lpwstr>1033-11.2.0.11042</vt:lpwstr>
  </property>
</Properties>
</file>